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548640"/>
            <a:ext cx="1828800" cy="1828800"/>
          </a:xfrm>
          <a:prstGeom prst="ellipse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49840" y="1828800"/>
            <a:ext cx="1143000" cy="1143000"/>
          </a:xfrm>
          <a:prstGeom prst="ellipse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0" y="2468880"/>
            <a:ext cx="594360" cy="594360"/>
          </a:xfrm>
          <a:prstGeom prst="ellipse">
            <a:avLst/>
          </a:prstGeom>
          <a:solidFill>
            <a:srgbClr val="F5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0" y="4206240"/>
            <a:ext cx="1645920" cy="1645920"/>
          </a:xfrm>
          <a:prstGeom prst="ellipse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58368"/>
            <a:ext cx="813816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4A6A0"/>
                </a:solidFill>
                <a:latin typeface="Aptos"/>
              </a:defRPr>
            </a:pPr>
            <a:r>
              <a:t>MERN STACK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8321040" cy="1325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Public Transport</a:t>
            </a:r>
          </a:p>
          <a:p>
            <a:pPr>
              <a:spcAft>
                <a:spcPts val="800"/>
              </a:spcAft>
              <a:defRPr sz="3400" b="0">
                <a:solidFill>
                  <a:srgbClr val="FFFFFF"/>
                </a:solidFill>
                <a:latin typeface="Aptos"/>
              </a:defRPr>
            </a:pPr>
            <a:r>
              <a:t>Complaint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127248"/>
            <a:ext cx="7589520" cy="8229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CE8F5"/>
                </a:solidFill>
                <a:latin typeface="Aptos"/>
              </a:defRPr>
            </a:pPr>
            <a:r>
              <a:t>A web application for reporting bus and route issues,</a:t>
            </a:r>
          </a:p>
          <a:p>
            <a:pPr>
              <a:spcAft>
                <a:spcPts val="800"/>
              </a:spcAft>
              <a:defRPr sz="1800" b="0">
                <a:solidFill>
                  <a:srgbClr val="DCE8F5"/>
                </a:solidFill>
                <a:latin typeface="Aptos"/>
              </a:defRPr>
            </a:pPr>
            <a:r>
              <a:t>tracking complaint status, and improving transport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00600"/>
            <a:ext cx="1600200" cy="438912"/>
          </a:xfrm>
          <a:prstGeom prst="round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4882896"/>
            <a:ext cx="1527048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4800600"/>
            <a:ext cx="1600200" cy="438912"/>
          </a:xfrm>
          <a:prstGeom prst="round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15184" y="4882896"/>
            <a:ext cx="1527048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4800600"/>
            <a:ext cx="1600200" cy="438912"/>
          </a:xfrm>
          <a:prstGeom prst="roundRect">
            <a:avLst/>
          </a:prstGeom>
          <a:solidFill>
            <a:srgbClr val="61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4882896"/>
            <a:ext cx="1527048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4800600"/>
            <a:ext cx="1600200" cy="438912"/>
          </a:xfrm>
          <a:prstGeom prst="roundRect">
            <a:avLst/>
          </a:prstGeom>
          <a:solidFill>
            <a:srgbClr val="F5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4882896"/>
            <a:ext cx="1527048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621792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ACCDF"/>
                </a:solidFill>
                <a:latin typeface="Aptos"/>
              </a:defRPr>
            </a:pPr>
            <a:r>
              <a:t>Project overview • Features • Architecture • CRUD •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542"/>
                </a:solidFill>
                <a:latin typeface="Aptos"/>
              </a:defRPr>
            </a:pPr>
            <a:r>
              <a:t>1. Problem Statement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C7E"/>
                </a:solidFill>
                <a:latin typeface="Aptos"/>
              </a:defRPr>
            </a:pPr>
            <a:r>
              <a:t>Why the portal is needed and what it will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51560" cy="54864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B6C7E"/>
                </a:solidFill>
                <a:latin typeface="Aptos"/>
              </a:defRPr>
            </a:pPr>
            <a:r>
              <a:t>2/6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035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" cy="1828800"/>
          </a:xfrm>
          <a:prstGeom prst="rect">
            <a:avLst/>
          </a:prstGeom>
          <a:solidFill>
            <a:srgbClr val="F5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56232"/>
            <a:ext cx="493775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4937759" cy="11155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Passengers may face delays, overcrowding, missed stops, unsafe conditions, rude behaviour, or route-information issues.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When reporting is informal, complaints can be lost and follow-up is difficult.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035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73152" cy="1828800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856232"/>
            <a:ext cx="493775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95144"/>
            <a:ext cx="4937759" cy="11155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Build a central web portal where users submit transport complaints with bus/route details, location, description, and optional evidence.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Users can track progress while authorized staff review and update each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69848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2542"/>
                </a:solidFill>
                <a:latin typeface="Aptos"/>
              </a:defRPr>
            </a:pPr>
            <a:r>
              <a:t>Expected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73152" cy="123444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55371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Easy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992624"/>
            <a:ext cx="3108960" cy="5212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A simple form for submitting issues from any device.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38912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4389120"/>
            <a:ext cx="73152" cy="1234440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455371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Transparent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92624"/>
            <a:ext cx="3108960" cy="5212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Clear status and updates for each complaint.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438912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10144" y="4389120"/>
            <a:ext cx="73152" cy="1234440"/>
          </a:xfrm>
          <a:prstGeom prst="rect">
            <a:avLst/>
          </a:prstGeom>
          <a:solidFill>
            <a:srgbClr val="F5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2" y="455371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Better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4992624"/>
            <a:ext cx="3108960" cy="5212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Organized records help staff identify recurring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542"/>
                </a:solidFill>
                <a:latin typeface="Aptos"/>
              </a:defRPr>
            </a:pPr>
            <a:r>
              <a:t>2. Objectives &amp; Main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C7E"/>
                </a:solidFill>
                <a:latin typeface="Aptos"/>
              </a:defRPr>
            </a:pPr>
            <a:r>
              <a:t>Project goals and the roles that interact with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51560" cy="54864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B6C7E"/>
                </a:solidFill>
                <a:latin typeface="Aptos"/>
              </a:defRPr>
            </a:pPr>
            <a:r>
              <a:t>3/6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94960" cy="425196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56232"/>
            <a:ext cx="502920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5029200" cy="353872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Demonstrate full-stack MERN development.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Implement MongoDB data storage and CRUD operations.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Create REST APIs using Node.js and Express.js.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Build a responsive, easy-to-use React interface.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Add authentication and role-based access where required.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Display complaint details, statuses, and results clearly.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57800" cy="1874519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73152" cy="1874519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856232"/>
            <a:ext cx="48920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Passenger /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295144"/>
            <a:ext cx="4892040" cy="1161287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Register or sign in (if enabled).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Submit a complaint and view their own cases.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Check status and read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257800" cy="214884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794760"/>
            <a:ext cx="73152" cy="2148840"/>
          </a:xfrm>
          <a:prstGeom prst="rect">
            <a:avLst/>
          </a:prstGeom>
          <a:solidFill>
            <a:srgbClr val="F5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3959352"/>
            <a:ext cx="48920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Transport Staff /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4398264"/>
            <a:ext cx="4892040" cy="1435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View and filter incoming complaints.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Verify reports and assign a status.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Update bus, route, and location records.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Manage users and monitor complaint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542"/>
                </a:solidFill>
                <a:latin typeface="Aptos"/>
              </a:defRPr>
            </a:pPr>
            <a:r>
              <a:t>3. Core Features &amp; CRUD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C7E"/>
                </a:solidFill>
                <a:latin typeface="Aptos"/>
              </a:defRPr>
            </a:pPr>
            <a:r>
              <a:t>Key records and how the application manages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51560" cy="54864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B6C7E"/>
                </a:solidFill>
                <a:latin typeface="Aptos"/>
              </a:defRPr>
            </a:pPr>
            <a:r>
              <a:t>4/6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349240" cy="150876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1508760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56232"/>
            <a:ext cx="498347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95144"/>
            <a:ext cx="4983479" cy="795527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Add a complaint with category, description, bus/route, location, date, and optional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349240" cy="150876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150876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856232"/>
            <a:ext cx="498347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295144"/>
            <a:ext cx="4983479" cy="795527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View complaint details; search or filter by route, bus, date, location, or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5349240" cy="150876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520440"/>
            <a:ext cx="73152" cy="1508760"/>
          </a:xfrm>
          <a:prstGeom prst="rect">
            <a:avLst/>
          </a:prstGeom>
          <a:solidFill>
            <a:srgbClr val="F5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685032"/>
            <a:ext cx="498347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123944"/>
            <a:ext cx="4983479" cy="795527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Authorized staff update status, add remarks, and correct relevant record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520440"/>
            <a:ext cx="5349240" cy="150876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520440"/>
            <a:ext cx="73152" cy="1508760"/>
          </a:xfrm>
          <a:prstGeom prst="rect">
            <a:avLst/>
          </a:prstGeom>
          <a:solidFill>
            <a:srgbClr val="7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3685032"/>
            <a:ext cx="498347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Delete / Manage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123944"/>
            <a:ext cx="4983479" cy="795527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Remove duplicate or invalid records only when permitted; preserve audit history where appropriate.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02542"/>
                </a:solidFill>
                <a:latin typeface="Aptos"/>
              </a:defRPr>
            </a:pPr>
            <a:r>
              <a:t>Complaint lifecycle: Submitted → Under Review → In Progress → Resolved (or Rejected with a reason)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542"/>
                </a:solidFill>
                <a:latin typeface="Aptos"/>
              </a:defRPr>
            </a:pPr>
            <a:r>
              <a:t>4. System Architecture &amp;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C7E"/>
                </a:solidFill>
                <a:latin typeface="Aptos"/>
              </a:defRPr>
            </a:pPr>
            <a:r>
              <a:t>How the frontend, API server, and database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51560" cy="54864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B6C7E"/>
                </a:solidFill>
                <a:latin typeface="Aptos"/>
              </a:defRPr>
            </a:pPr>
            <a:r>
              <a:t>5/6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377440" cy="1143000"/>
          </a:xfrm>
          <a:prstGeom prst="roundRect">
            <a:avLst/>
          </a:prstGeom>
          <a:solidFill>
            <a:srgbClr val="F0F6FC"/>
          </a:solidFill>
          <a:ln>
            <a:solidFill>
              <a:srgbClr val="1D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02542"/>
                </a:solidFill>
                <a:latin typeface="Aptos"/>
              </a:defRPr>
            </a:pPr>
            <a:r>
              <a:t>React.js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219456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63444"/>
                </a:solidFill>
                <a:latin typeface="Aptos"/>
              </a:defRPr>
            </a:pPr>
            <a:r>
              <a:t>Forms, dashboards,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63444"/>
                </a:solidFill>
                <a:latin typeface="Aptos"/>
              </a:defRPr>
            </a:pPr>
            <a:r>
              <a:t>status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377440" cy="1143000"/>
          </a:xfrm>
          <a:prstGeom prst="roundRect">
            <a:avLst/>
          </a:prstGeom>
          <a:solidFill>
            <a:srgbClr val="F0F6FC"/>
          </a:solidFill>
          <a:ln>
            <a:solidFill>
              <a:srgbClr val="14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984248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02542"/>
                </a:solidFill>
                <a:latin typeface="Aptos"/>
              </a:defRPr>
            </a:pPr>
            <a:r>
              <a:t>Express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59152"/>
            <a:ext cx="219456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63444"/>
                </a:solidFill>
                <a:latin typeface="Aptos"/>
              </a:defRPr>
            </a:pPr>
            <a:r>
              <a:t>Routes, validation,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63444"/>
                </a:solidFill>
                <a:latin typeface="Aptos"/>
              </a:defRPr>
            </a:pPr>
            <a:r>
              <a:t>request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2377440" cy="1143000"/>
          </a:xfrm>
          <a:prstGeom prst="roundRect">
            <a:avLst/>
          </a:prstGeom>
          <a:solidFill>
            <a:srgbClr val="F0F6FC"/>
          </a:solidFill>
          <a:ln>
            <a:solidFill>
              <a:srgbClr val="F59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84248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02542"/>
                </a:solidFill>
                <a:latin typeface="Aptos"/>
              </a:defRPr>
            </a:pPr>
            <a:r>
              <a:t>Node.js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9152"/>
            <a:ext cx="219456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63444"/>
                </a:solidFill>
                <a:latin typeface="Aptos"/>
              </a:defRPr>
            </a:pPr>
            <a:r>
              <a:t>Business logic,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63444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2331720" cy="1143000"/>
          </a:xfrm>
          <a:prstGeom prst="roundRect">
            <a:avLst/>
          </a:prstGeom>
          <a:solidFill>
            <a:srgbClr val="F0F6FC"/>
          </a:solidFill>
          <a:ln>
            <a:solidFill>
              <a:srgbClr val="7D6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1984248"/>
            <a:ext cx="2148839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02542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359152"/>
            <a:ext cx="2148839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63444"/>
                </a:solidFill>
                <a:latin typeface="Aptos"/>
              </a:defRPr>
            </a:pPr>
            <a:r>
              <a:t>Collections and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63444"/>
                </a:solidFill>
                <a:latin typeface="Aptos"/>
              </a:defRPr>
            </a:pPr>
            <a:r>
              <a:t>stored records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63240" y="2212848"/>
            <a:ext cx="457200" cy="256032"/>
          </a:xfrm>
          <a:prstGeom prst="rightArrow">
            <a:avLst/>
          </a:prstGeom>
          <a:solidFill>
            <a:srgbClr val="5B6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5897880" y="2212848"/>
            <a:ext cx="457200" cy="256032"/>
          </a:xfrm>
          <a:prstGeom prst="rightArrow">
            <a:avLst/>
          </a:prstGeom>
          <a:solidFill>
            <a:srgbClr val="5B6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8732520" y="2212848"/>
            <a:ext cx="457200" cy="256032"/>
          </a:xfrm>
          <a:prstGeom prst="rightArrow">
            <a:avLst/>
          </a:prstGeom>
          <a:solidFill>
            <a:srgbClr val="5B6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5257800" cy="201168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73152" cy="201168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822191"/>
            <a:ext cx="48920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Suggested MongoDB collections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261104"/>
            <a:ext cx="4892040" cy="12984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Users: name, email, password hash, role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Buses: bus number, type, active status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Routes: route name/number, stops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Complaints: user, category, description, bus/route, location, status, timestamps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57600"/>
            <a:ext cx="5257800" cy="201168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657600"/>
            <a:ext cx="73152" cy="2011680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822191"/>
            <a:ext cx="48920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API examples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261104"/>
            <a:ext cx="4892040" cy="12984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POST /api/complaints — create complaint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GET /api/complaints — list / filter complaints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GET /api/complaints/:id — view one complaint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PATCH /api/complaints/:id — update status/details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DELETE /api/complaints/:id — delete if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542"/>
                </a:solidFill>
                <a:latin typeface="Aptos"/>
              </a:defRPr>
            </a:pPr>
            <a:r>
              <a:t>5. Security, Workflow &amp; 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C7E"/>
                </a:solidFill>
                <a:latin typeface="Aptos"/>
              </a:defRPr>
            </a:pPr>
            <a:r>
              <a:t>A clear, safe workflow from reporting to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51560" cy="54864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B6C7E"/>
                </a:solidFill>
                <a:latin typeface="Aptos"/>
              </a:defRPr>
            </a:pPr>
            <a:r>
              <a:t>6/6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3035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182880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56232"/>
            <a:ext cx="493775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Authentication &amp;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95144"/>
            <a:ext cx="4937759" cy="11155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Hash passwords; never store plain-text passwords.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Validate and sanitize user input on the server.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Use role-based permissions for passengers, staff, and admins.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• Protect private complaint data and restrict destructive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035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73152" cy="1828800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856232"/>
            <a:ext cx="493775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Typical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95144"/>
            <a:ext cx="4937759" cy="111556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1. Passenger submits a complaint.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2. API validates and stores it in MongoDB.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3. Staff reviews the complaint and updates its status.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4. Passenger checks progress in the React dashboard.</a:t>
            </a:r>
          </a:p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5. The case is marked resolved with a final note.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60704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2542"/>
                </a:solidFill>
                <a:latin typeface="Aptos"/>
              </a:defRPr>
            </a:pPr>
            <a:r>
              <a:t>Expected project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73152" cy="123444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55371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Working MERN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992624"/>
            <a:ext cx="3108960" cy="5212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Responsive frontend connected to REST APIs.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38912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4389120"/>
            <a:ext cx="73152" cy="1234440"/>
          </a:xfrm>
          <a:prstGeom prst="rect">
            <a:avLst/>
          </a:prstGeom>
          <a:solidFill>
            <a:srgbClr val="14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455371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Reliable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92624"/>
            <a:ext cx="3108960" cy="5212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CRUD operations for complaints and related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438912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10144" y="4389120"/>
            <a:ext cx="73152" cy="1234440"/>
          </a:xfrm>
          <a:prstGeom prst="rect">
            <a:avLst/>
          </a:prstGeom>
          <a:solidFill>
            <a:srgbClr val="F59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2" y="455371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542"/>
                </a:solidFill>
                <a:latin typeface="Aptos"/>
              </a:defRPr>
            </a:pPr>
            <a:r>
              <a:t>Actionable visibility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4992624"/>
            <a:ext cx="3108960" cy="5212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63444"/>
                </a:solidFill>
                <a:latin typeface="Aptos"/>
              </a:defRPr>
            </a:pPr>
            <a:r>
              <a:t>Status tracking and organized reports for staff.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89320"/>
            <a:ext cx="1033272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02542"/>
                </a:solidFill>
                <a:latin typeface="Aptos"/>
              </a:defRPr>
            </a:pPr>
            <a:r>
              <a:t>Conclusion: The portal makes public transport complaints easier to report, manage, and track.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750</Words>
  <Application>Microsoft Office PowerPoint</Application>
  <PresentationFormat>Widescreen</PresentationFormat>
  <Paragraphs>112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ananth200730@outlook.com</cp:lastModifiedBy>
  <cp:revision>1</cp:revision>
  <dcterms:created xsi:type="dcterms:W3CDTF">2013-01-27T09:14:16Z</dcterms:created>
  <dcterms:modified xsi:type="dcterms:W3CDTF">2026-10-10T04:42:51Z</dcterms:modified>
  <cp:category/>
</cp:coreProperties>
</file>